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10B4-4082-452D-BC7B-20680A4F26D5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81B3-F9AC-421F-9BFE-1DA30CE6AE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772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10B4-4082-452D-BC7B-20680A4F26D5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81B3-F9AC-421F-9BFE-1DA30CE6AE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90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10B4-4082-452D-BC7B-20680A4F26D5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81B3-F9AC-421F-9BFE-1DA30CE6AE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5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10B4-4082-452D-BC7B-20680A4F26D5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81B3-F9AC-421F-9BFE-1DA30CE6AE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03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10B4-4082-452D-BC7B-20680A4F26D5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81B3-F9AC-421F-9BFE-1DA30CE6AE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388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10B4-4082-452D-BC7B-20680A4F26D5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81B3-F9AC-421F-9BFE-1DA30CE6AE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31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10B4-4082-452D-BC7B-20680A4F26D5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81B3-F9AC-421F-9BFE-1DA30CE6AE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319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10B4-4082-452D-BC7B-20680A4F26D5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81B3-F9AC-421F-9BFE-1DA30CE6AE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14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10B4-4082-452D-BC7B-20680A4F26D5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81B3-F9AC-421F-9BFE-1DA30CE6AE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861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10B4-4082-452D-BC7B-20680A4F26D5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81B3-F9AC-421F-9BFE-1DA30CE6AE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64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10B4-4082-452D-BC7B-20680A4F26D5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81B3-F9AC-421F-9BFE-1DA30CE6AE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98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D10B4-4082-452D-BC7B-20680A4F26D5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081B3-F9AC-421F-9BFE-1DA30CE6AE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6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5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Jonathan Castillo</dc:creator>
  <cp:lastModifiedBy>Jonathan Castillo</cp:lastModifiedBy>
  <cp:revision>2</cp:revision>
  <dcterms:created xsi:type="dcterms:W3CDTF">2022-06-23T21:23:09Z</dcterms:created>
  <dcterms:modified xsi:type="dcterms:W3CDTF">2022-06-30T15:12:06Z</dcterms:modified>
</cp:coreProperties>
</file>